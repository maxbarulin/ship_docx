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Добрый день. Мы команда «Без границ». Наш проект - колёсное круизное судно «Волжский Горизонт». Длина 140 м, ширина 16,5 м, на борту 208 пассажиров. Мы хотели сделать судно, которое пройдёт туда, куда большие круизные теплоходы не заходят. С этого и начну.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Первое - мелкая вода. Судно сидит в воде на 1,26 м, поэтому может идти там, где глубина 1,5 м. Под днищем при этом остаётся около 24 см.</a:t>
            </a:r>
          </a:p>
          <a:p>
            <a:endParaRPr/>
          </a:p>
          <a:p>
            <a:r>
              <a:t>Такую осадку даёт форма корпуса. Днище плоское, и почти две трети длины корпус идёт одним сечением. Так он держит весь свой вес и не садится глубже.</a:t>
            </a:r>
          </a:p>
          <a:p>
            <a:endParaRPr/>
          </a:p>
          <a:p>
            <a:r>
              <a:t>Теперь движитель. Под таким днищем помещается винт диаметром всего 76 см, и КПД у него в лучшем случае 0,33. Поэтому мы поставили два гребных колеса диаметром 4,9 м в нишах по бортам. КПД колеса 0,68, в два раза выше. Плицы на шарнирах, в воду они входят почти отвесно, ребром, поэтому не шлёпают по воде и не тратят лишнюю мощность. Под днищем у нас ничего не торчит, колесо работает у поверхности, и мель, ил и водоросли ему не мешают. А два колеса с отдельными электродвигателями вместе с носовым водомётом разворачивают судно на месте, на узкой реке это очень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Второе - солнечная палуба. Мы сделали её модульной. На ней 18 мест под модули размером с двадцатифутовый контейнер. Каждый модуль стоит на четырёх фундаментах-замках, всего их 72. Этот замок - наш узел конструкторской документации, по нему сделаны расчёт, чертежи и технология.</a:t>
            </a:r>
          </a:p>
          <a:p>
            <a:endParaRPr/>
          </a:p>
          <a:p>
            <a:r>
              <a:t>Из модулей собирается одна из пяти тем. Деловая - кабинеты и переговорные. Оздоровительная - сауны и небольшие бассейны. Детская - игровые комнаты и клуб. Событийная - дискотека, кино, свадьбы. И президентская - люкс с террасой прямо на палубе.</a:t>
            </a:r>
          </a:p>
          <a:p>
            <a:endParaRPr/>
          </a:p>
          <a:p>
            <a:r>
              <a:t>Тему меняют в порту за одну смену. Модули снимает и ставит портальный кран причала на 16 т, судно никуда не уходит. Любая тема укладывается в 85 т, и осадка не выходит за расчётную. Получается, одно судно за сезон может работать на разную публику, и это наша сильная сторона.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Третье - гараж и каюты. В корме главной палубы гараж на 4 автомобиля. Машина заезжает по кормовой аппарели, и в Казани или Уфе можно съехать на берег и поехать дальше на своей машине.</a:t>
            </a:r>
          </a:p>
          <a:p>
            <a:endParaRPr/>
          </a:p>
          <a:p>
            <a:r>
              <a:t>Кают у нас 64, шесть типов: эконом, стандарт, семейные, бизнес, люкс и каюты для маломобильных пассажиров. Таких кают 6, на 12 мест. В них можно развернуться на коляске, круг 1,5 м, душ в уровень пола без порога, ванн нет, двери не уже 0,9 м. Лифтов 4, они есть на всех трап-холлах. Трап и аппарель пологие, уклон не больше 8 %. Человек на коляске сам проходит от причала до своей каюты.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 последнее - маршрут. Это кольцо на 15 суток и 2606 км: Самара, Казань, Кама, Белая до Уфы и обратно в Самару. Пассажир садится в Самаре и в Самаре же сходит, не нужно добираться до другого города и возвращаться поездом.</a:t>
            </a:r>
          </a:p>
          <a:p>
            <a:endParaRPr/>
          </a:p>
          <a:p>
            <a:r>
              <a:t>Первая часть пути идёт по Волге и Каме, там глубины от 4 м, вопросов нет. Вторая часть - Белая. Летом там 1,6…2,2 м, фарватер 50…60 м, русло извилистое и мелкое, много ила. Большие круизные теплоходы туда не заходят. Вот здесь и работает всё, о чём я говорил: осадка 1,26 м, колёса и разворот на месте. Самые низкие мосты стоят в Уфе, 13,3 м, и мы проходим под ними, ничего не складывая.</a:t>
            </a:r>
          </a:p>
          <a:p>
            <a:endParaRPr/>
          </a:p>
          <a:p>
            <a:r>
              <a:t>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1.jpg"/>
          <p:cNvPicPr>
            <a:picLocks noChangeAspect="1"/>
          </p:cNvPicPr>
          <p:nvPr/>
        </p:nvPicPr>
        <p:blipFill>
          <a:blip r:embed="rId3"/>
          <a:srcRect t="15394" b="15394"/>
          <a:stretch>
            <a:fillRect/>
          </a:stretch>
        </p:blipFill>
        <p:spPr>
          <a:xfrm>
            <a:off x="0" y="0"/>
            <a:ext cx="12191695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983480"/>
            <a:ext cx="82296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4000" b="1">
                <a:solidFill>
                  <a:srgbClr val="2E3338"/>
                </a:solidFill>
                <a:latin typeface="Calibri"/>
              </a:rPr>
              <a:t>Волжский Горизонт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15000"/>
            <a:ext cx="82296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Calibri"/>
              </a:rPr>
              <a:t>Колёсное круизное судно для мелких рек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8229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Команда «Без границ», УЖЦ ОСК 2026</a:t>
            </a:r>
          </a:p>
        </p:txBody>
      </p:sp>
      <p:pic>
        <p:nvPicPr>
          <p:cNvPr id="6" name="Picture 5" descr="логотип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935" y="5120640"/>
            <a:ext cx="163222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Проходим там, где глубина 1,5 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7040880" cy="179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093872"/>
            <a:ext cx="70408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Обводы - шпангоуты корпуса и ватерлиния 1,26 м</a:t>
            </a:r>
          </a:p>
        </p:txBody>
      </p:sp>
      <p:pic>
        <p:nvPicPr>
          <p:cNvPr id="8" name="Picture 7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92" y="3532784"/>
            <a:ext cx="5189695" cy="2365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2792" y="5916168"/>
            <a:ext cx="5189695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Колесо с шарнирными плицами и с жёсткими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2588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1,26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56231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осадка, на глубине 1,5 м под днищем остаётся 0,24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2/3 длины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4495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плоское днище одним сечением, δ = 0,85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0332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Ø4,9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3367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два колеса в нишах бортов, плицы на шарнирах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892040"/>
            <a:ext cx="39319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0,68 и 0,33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422392"/>
            <a:ext cx="39319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КПД колеса и винта, который помещается под таким днищем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Солнечная палуба меняется под рейс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5532120" cy="31173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370077"/>
            <a:ext cx="5532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Модули и фундаменты-замки на палубе</a:t>
            </a:r>
          </a:p>
        </p:txBody>
      </p:sp>
      <p:pic>
        <p:nvPicPr>
          <p:cNvPr id="8" name="Picture 7" descr="0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234440"/>
            <a:ext cx="5532120" cy="3117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9632" y="4370077"/>
            <a:ext cx="55321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Смена модуля краном причала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мест под модули 20 футов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фундамента-замка, наш узел КД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5 тем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деловая, оздоровительная, детская, событийная, президентская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16 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кран причала, тема меняется за смену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85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модули темы, осадка не выше 1,30 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Гараж и каюты без барьеров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6" y="1234440"/>
            <a:ext cx="5598367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696" y="4407408"/>
            <a:ext cx="5598367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Сход по трапу и аппарели</a:t>
            </a:r>
          </a:p>
        </p:txBody>
      </p:sp>
      <p:pic>
        <p:nvPicPr>
          <p:cNvPr id="8" name="Picture 7" descr="0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869" y="1234440"/>
            <a:ext cx="473202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60869" y="4407408"/>
            <a:ext cx="47320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Каюта М4, круг разворота коляски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автомобиля в гараже, аппарель 9,0 × 3,6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каюты шести типов на 208 пассажиров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6 кают М4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12 мест, круг разворота 1,5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без порогов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душ в уровень пола, ванн нет, двери от 0,9 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4800600"/>
            <a:ext cx="213055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400" b="1">
                <a:solidFill>
                  <a:srgbClr val="2E3338"/>
                </a:solidFill>
                <a:latin typeface="Calibri"/>
              </a:rPr>
              <a:t>4 лифта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5257800"/>
            <a:ext cx="213055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трап и аппарель с уклоном до 8 %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000" b="1">
                <a:solidFill>
                  <a:srgbClr val="2E3338"/>
                </a:solidFill>
                <a:latin typeface="Calibri"/>
              </a:rPr>
              <a:t>Кольцо из Самары в Самару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987552"/>
            <a:ext cx="118872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00800"/>
            <a:ext cx="914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логоти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291072"/>
            <a:ext cx="783465" cy="438912"/>
          </a:xfrm>
          <a:prstGeom prst="rect">
            <a:avLst/>
          </a:prstGeom>
        </p:spPr>
      </p:pic>
      <p:pic>
        <p:nvPicPr>
          <p:cNvPr id="6" name="Picture 5" descr="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58" y="1234440"/>
            <a:ext cx="6538842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9658" y="6053327"/>
            <a:ext cx="6538842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Маршрут по фарватеру, мосты и шлюзы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2588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15 суток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56231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2606 км, посадка и высадка в Самаре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51460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4,0…10+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4495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глубины на Волге и Каме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0332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1,6…2,2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3367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Белая до Уфы летом, фарватер 50…60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892040"/>
            <a:ext cx="3749039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2E3338"/>
                </a:solidFill>
                <a:latin typeface="Calibri"/>
              </a:rPr>
              <a:t>13,3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22392"/>
            <a:ext cx="3749039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самые низкие мосты, в Уфе, рубку не складываем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914</Words>
  <Application>Microsoft Office PowerPoint</Application>
  <PresentationFormat>Широкоэкранный</PresentationFormat>
  <Paragraphs>73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Волжский Горизонт</dc:title>
  <dc:subject/>
  <dc:creator>Без границ</dc:creator>
  <cp:keywords/>
  <dc:description/>
  <cp:lastModifiedBy>User</cp:lastModifiedBy>
  <cp:revision>1</cp:revision>
  <dcterms:created xsi:type="dcterms:W3CDTF">2013-01-27T09:14:16Z</dcterms:created>
  <dcterms:modified xsi:type="dcterms:W3CDTF">2026-09-24T08:35:01Z</dcterms:modified>
  <cp:category/>
</cp:coreProperties>
</file>